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160"/>
    <a:srgbClr val="211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6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4494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47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646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6209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222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86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092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02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0479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826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212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634EE-5CFC-4A34-9A51-E8142F658A06}" type="datetimeFigureOut">
              <a:rPr lang="es-CO" smtClean="0"/>
              <a:t>14/10/2026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FA6CF-FFDF-4E43-9740-1E1C4EB1DE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295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png"/><Relationship Id="rId4" Type="http://schemas.openxmlformats.org/officeDocument/2006/relationships/image" Target="../media/image3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6">
            <a:extLst>
              <a:ext uri="{FF2B5EF4-FFF2-40B4-BE49-F238E27FC236}">
                <a16:creationId xmlns:a16="http://schemas.microsoft.com/office/drawing/2014/main" id="{D0F520B2-B23E-93EB-F90E-90E92118C917}"/>
              </a:ext>
            </a:extLst>
          </p:cNvPr>
          <p:cNvSpPr/>
          <p:nvPr/>
        </p:nvSpPr>
        <p:spPr>
          <a:xfrm>
            <a:off x="0" y="1698897"/>
            <a:ext cx="6858000" cy="53767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Título del Póster</a:t>
            </a:r>
            <a:br>
              <a:rPr lang="es-MX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Debe ser claro, conciso y captar la atención. Refleja el tema de la investigación.</a:t>
            </a:r>
            <a:endParaRPr lang="es-ES" sz="1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17E239-A29C-DC87-7FF0-2419BC8BF902}"/>
              </a:ext>
            </a:extLst>
          </p:cNvPr>
          <p:cNvSpPr/>
          <p:nvPr/>
        </p:nvSpPr>
        <p:spPr>
          <a:xfrm>
            <a:off x="47552" y="2775503"/>
            <a:ext cx="6771680" cy="964552"/>
          </a:xfrm>
          <a:prstGeom prst="rect">
            <a:avLst/>
          </a:prstGeom>
          <a:noFill/>
          <a:ln w="19050">
            <a:solidFill>
              <a:srgbClr val="333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O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RESUMEN: </a:t>
            </a:r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resumen breve (150-250 palabras) que sintetice el problema de investigación, objetivos, metodología, principales resultados y conclusiones. Esto proporciona una visión general rápida del trabajo.</a:t>
            </a:r>
            <a:endParaRPr lang="es-CO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1F16925-75EC-25A6-9642-BBBB67FF0614}"/>
              </a:ext>
            </a:extLst>
          </p:cNvPr>
          <p:cNvSpPr txBox="1"/>
          <p:nvPr/>
        </p:nvSpPr>
        <p:spPr>
          <a:xfrm>
            <a:off x="41870" y="3797485"/>
            <a:ext cx="6771680" cy="464061"/>
          </a:xfrm>
          <a:prstGeom prst="rect">
            <a:avLst/>
          </a:prstGeom>
          <a:noFill/>
          <a:ln w="19050">
            <a:solidFill>
              <a:srgbClr val="333160"/>
            </a:solidFill>
          </a:ln>
        </p:spPr>
        <p:txBody>
          <a:bodyPr wrap="square" rtlCol="0">
            <a:normAutofit/>
          </a:bodyPr>
          <a:lstStyle/>
          <a:p>
            <a:r>
              <a:rPr lang="es-CO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endParaRPr lang="es-C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4377606-BE96-35E7-5AC8-6834113C03F8}"/>
              </a:ext>
            </a:extLst>
          </p:cNvPr>
          <p:cNvSpPr txBox="1"/>
          <p:nvPr/>
        </p:nvSpPr>
        <p:spPr>
          <a:xfrm>
            <a:off x="40327" y="4670749"/>
            <a:ext cx="3239167" cy="1423467"/>
          </a:xfrm>
          <a:prstGeom prst="rect">
            <a:avLst/>
          </a:prstGeom>
          <a:noFill/>
          <a:ln w="19050">
            <a:solidFill>
              <a:srgbClr val="333160"/>
            </a:solidFill>
          </a:ln>
        </p:spPr>
        <p:txBody>
          <a:bodyPr wrap="square" rtlCol="0">
            <a:spAutoFit/>
          </a:bodyPr>
          <a:lstStyle/>
          <a:p>
            <a:endParaRPr lang="es-CO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Descripción breve y clara del diseño experimental, métodos, materiales, equipos o procedimientos utilizados en el estudio. Incluye información sobre la muestra, técnicas de análisis o modelos utilizados.</a:t>
            </a:r>
            <a:endParaRPr lang="es-CO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FF69014-67ED-0A24-F960-B542EA879F1F}"/>
              </a:ext>
            </a:extLst>
          </p:cNvPr>
          <p:cNvSpPr/>
          <p:nvPr/>
        </p:nvSpPr>
        <p:spPr>
          <a:xfrm>
            <a:off x="3560439" y="4314369"/>
            <a:ext cx="3244848" cy="2147504"/>
          </a:xfrm>
          <a:prstGeom prst="rect">
            <a:avLst/>
          </a:prstGeom>
          <a:noFill/>
          <a:ln w="19050">
            <a:solidFill>
              <a:srgbClr val="333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CO" sz="1300" dirty="0">
              <a:solidFill>
                <a:schemeClr val="tx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05E20FF-FC4F-BF97-F96B-F4104FF64953}"/>
              </a:ext>
            </a:extLst>
          </p:cNvPr>
          <p:cNvSpPr txBox="1"/>
          <p:nvPr/>
        </p:nvSpPr>
        <p:spPr>
          <a:xfrm>
            <a:off x="47552" y="8528390"/>
            <a:ext cx="6765998" cy="615610"/>
          </a:xfrm>
          <a:prstGeom prst="rect">
            <a:avLst/>
          </a:prstGeom>
          <a:noFill/>
          <a:ln w="19050">
            <a:solidFill>
              <a:srgbClr val="333160"/>
            </a:solidFill>
          </a:ln>
        </p:spPr>
        <p:txBody>
          <a:bodyPr wrap="square" rtlCol="0">
            <a:normAutofit/>
          </a:bodyPr>
          <a:lstStyle/>
          <a:p>
            <a:r>
              <a:rPr lang="es-CO" sz="1300" b="1" dirty="0"/>
              <a:t>Referencias</a:t>
            </a:r>
            <a:br>
              <a:rPr lang="es-CO" sz="1300" b="1" dirty="0"/>
            </a:br>
            <a:r>
              <a:rPr lang="es-CO" sz="1300" b="1" dirty="0"/>
              <a:t>3 referencias en </a:t>
            </a:r>
            <a:r>
              <a:rPr lang="es-CO" sz="1300" b="1"/>
              <a:t>formato IEEE.</a:t>
            </a:r>
            <a:endParaRPr lang="es-CO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89281-A91B-B263-C69C-7C226EBD0047}"/>
              </a:ext>
            </a:extLst>
          </p:cNvPr>
          <p:cNvSpPr txBox="1"/>
          <p:nvPr/>
        </p:nvSpPr>
        <p:spPr>
          <a:xfrm>
            <a:off x="47552" y="2289399"/>
            <a:ext cx="677168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Nombres y Apellidos autor 1, Nombres y Apellidos autor 2, Nombres y Apellidos autor 3. Cursos y profesores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879BECAF-DE98-D189-034A-6FCD00B147AA}"/>
              </a:ext>
            </a:extLst>
          </p:cNvPr>
          <p:cNvSpPr/>
          <p:nvPr/>
        </p:nvSpPr>
        <p:spPr>
          <a:xfrm>
            <a:off x="41870" y="6583579"/>
            <a:ext cx="3239167" cy="1871912"/>
          </a:xfrm>
          <a:prstGeom prst="rect">
            <a:avLst/>
          </a:prstGeom>
          <a:noFill/>
          <a:ln w="19050">
            <a:solidFill>
              <a:srgbClr val="333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los resultados, presentación gráfica o tabular de los principales hallazgos. Las imágenes, gráficos y tablas deben ser claros y estar bien explicados, destacando los puntos clave.</a:t>
            </a:r>
          </a:p>
          <a:p>
            <a:pPr algn="just"/>
            <a:endParaRPr lang="es-CO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B83A4F6-CE0D-48C3-8647-A8881D84230E}"/>
              </a:ext>
            </a:extLst>
          </p:cNvPr>
          <p:cNvSpPr/>
          <p:nvPr/>
        </p:nvSpPr>
        <p:spPr>
          <a:xfrm>
            <a:off x="3560439" y="6886355"/>
            <a:ext cx="3239167" cy="1550827"/>
          </a:xfrm>
          <a:prstGeom prst="rect">
            <a:avLst/>
          </a:prstGeom>
          <a:noFill/>
          <a:ln w="19050">
            <a:solidFill>
              <a:srgbClr val="333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las conclusiones, Resumen de los principales hallazgos. Relevancia y aportaciones de la investigación al campo. Posibles aplicaciones y futuras líneas de investigación.</a:t>
            </a:r>
            <a:endParaRPr lang="es-CO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CO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ángulo redondeado 6">
            <a:extLst>
              <a:ext uri="{FF2B5EF4-FFF2-40B4-BE49-F238E27FC236}">
                <a16:creationId xmlns:a16="http://schemas.microsoft.com/office/drawing/2014/main" id="{08B823D9-DA9F-4928-BADB-12BE33CAE36E}"/>
              </a:ext>
            </a:extLst>
          </p:cNvPr>
          <p:cNvSpPr/>
          <p:nvPr/>
        </p:nvSpPr>
        <p:spPr>
          <a:xfrm>
            <a:off x="50133" y="4369661"/>
            <a:ext cx="3247429" cy="255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  <a:endParaRPr lang="es-ES" sz="1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ángulo redondeado 6">
            <a:extLst>
              <a:ext uri="{FF2B5EF4-FFF2-40B4-BE49-F238E27FC236}">
                <a16:creationId xmlns:a16="http://schemas.microsoft.com/office/drawing/2014/main" id="{1809A54F-4365-44F2-BE70-25168BC14DEC}"/>
              </a:ext>
            </a:extLst>
          </p:cNvPr>
          <p:cNvSpPr/>
          <p:nvPr/>
        </p:nvSpPr>
        <p:spPr>
          <a:xfrm>
            <a:off x="50133" y="6257537"/>
            <a:ext cx="3247429" cy="255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lang="es-ES" sz="1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ángulo redondeado 6">
            <a:extLst>
              <a:ext uri="{FF2B5EF4-FFF2-40B4-BE49-F238E27FC236}">
                <a16:creationId xmlns:a16="http://schemas.microsoft.com/office/drawing/2014/main" id="{28BDD84A-1F7E-452C-A90C-B6CAA746334B}"/>
              </a:ext>
            </a:extLst>
          </p:cNvPr>
          <p:cNvSpPr/>
          <p:nvPr/>
        </p:nvSpPr>
        <p:spPr>
          <a:xfrm>
            <a:off x="3552177" y="6553081"/>
            <a:ext cx="3247429" cy="255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  <a:endParaRPr lang="es-ES" sz="1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6B01B4-B90A-9C02-2991-27D0056F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0" y="4380179"/>
            <a:ext cx="883298" cy="16319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30F261-F9F8-1499-FCE8-945BF14A7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980" y="4420014"/>
            <a:ext cx="1428750" cy="1628775"/>
          </a:xfrm>
          <a:prstGeom prst="rect">
            <a:avLst/>
          </a:prstGeom>
        </p:spPr>
      </p:pic>
      <p:grpSp>
        <p:nvGrpSpPr>
          <p:cNvPr id="20" name="Grupo 19"/>
          <p:cNvGrpSpPr/>
          <p:nvPr/>
        </p:nvGrpSpPr>
        <p:grpSpPr>
          <a:xfrm>
            <a:off x="0" y="-11014"/>
            <a:ext cx="6858000" cy="1692667"/>
            <a:chOff x="0" y="-11014"/>
            <a:chExt cx="6858000" cy="1692667"/>
          </a:xfrm>
        </p:grpSpPr>
        <p:pic>
          <p:nvPicPr>
            <p:cNvPr id="18" name="Imagen 17" descr="Recorte de pantalla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030" b="2393"/>
            <a:stretch/>
          </p:blipFill>
          <p:spPr>
            <a:xfrm>
              <a:off x="0" y="-10347"/>
              <a:ext cx="6091200" cy="16920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FF89DB75-6063-4EE3-B37B-45649C721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5138" y="-11014"/>
              <a:ext cx="1892862" cy="720000"/>
            </a:xfrm>
            <a:prstGeom prst="rect">
              <a:avLst/>
            </a:prstGeom>
          </p:spPr>
        </p:pic>
        <p:pic>
          <p:nvPicPr>
            <p:cNvPr id="19" name="Imagen 18" descr="Recorte de pantalla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931" y="954499"/>
              <a:ext cx="1219356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2151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1489</TotalTime>
  <Words>180</Words>
  <Application>Microsoft Office PowerPoint</Application>
  <PresentationFormat>Presentación en pantalla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César Santafé</dc:creator>
  <cp:lastModifiedBy>Dennis Martinez</cp:lastModifiedBy>
  <cp:revision>24</cp:revision>
  <dcterms:created xsi:type="dcterms:W3CDTF">2024-03-23T17:11:52Z</dcterms:created>
  <dcterms:modified xsi:type="dcterms:W3CDTF">2026-10-14T13:54:29Z</dcterms:modified>
</cp:coreProperties>
</file>